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9E3DE"/>
                </a:solidFill>
              </a:rPr>
              <a:t>SISTEMA WEB DE GESTIÓN BIBLIOTECARIA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B4C8"/>
                </a:solidFill>
              </a:rPr>
              <a:t>Acta de Constitución del Proyecto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EA8"/>
                </a:solidFill>
              </a:rPr>
              <a:t>Jerónimo Salinas   ·   Miguel Castañeda   ·   Paulina Garzón   ·   Gabriel Labrador   ·   Cristian Román   ·   Hartur Parra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Abril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Tabla de Contenido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722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Problema y Justificación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777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🎤 Jerónimo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207008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07008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070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2435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Objetivo General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298448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298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🎤 Miguel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728216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728216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7282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1764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Objetivos Específicos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1819656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1819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🎤 Miguel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249424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249424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249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Alcance del Sistema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234086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340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🎤 Paulina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77063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770632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7706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Equipo de Trabajo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54680" y="286207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28620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🎤 Paulina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68580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685800"/>
            <a:ext cx="54864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685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66360" y="722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Interesados (Stakeholders)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43800" y="77724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777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🎤 Gabriel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1207008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1207008"/>
            <a:ext cx="54864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2070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07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66360" y="12435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Cronograma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543800" y="1298448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1298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🎤 Cristian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1728216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1728216"/>
            <a:ext cx="54864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17282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08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66360" y="1764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Entregables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43800" y="1819656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1819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🎤 Cristian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2249424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2249424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249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09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16636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4A"/>
                </a:solidFill>
              </a:rPr>
              <a:t>Riesgos del Proyecto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543800" y="234086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43800" y="2340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🎤 Hartur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Jerónimo Salinas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F4A"/>
                </a:solidFill>
              </a:rPr>
              <a:t>01  ·  Problema y Justificación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</a:rPr>
              <a:t>Inventario desorganizado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Los libros se registran manualmente, generando confusión sobre la disponibilidad real de ejemplares.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</a:rPr>
              <a:t>Sin control de préstamos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49424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No existe mecanismo confiable para rastrear qué libros están prestados, por quién y por cuánto tiempo.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1440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05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1691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4A"/>
                </a:solidFill>
              </a:rPr>
              <a:t>Comunicación deficiente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249424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Las dificultades para contactar a los usuarios provocan retrasos en devoluciones y pérdidas de libros.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370832"/>
            <a:ext cx="8412480" cy="274320"/>
          </a:xfrm>
          <a:prstGeom prst="rect">
            <a:avLst/>
          </a:prstGeom>
          <a:solidFill>
            <a:srgbClr val="E0F2F0"/>
          </a:solidFill>
          <a:ln w="12700">
            <a:solidFill>
              <a:srgbClr val="E0F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Solución: desarrollar un sistema web que digitalice y centralice toda la gestión de la biblioteca.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Miguel Castañeda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  ·  Objetivo General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solidFill>
            <a:srgbClr val="16243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905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Desarrollar un sistema web que permita la gestión de libros y préstamos de la biblioteca, registrando el inventario de ejemplares, controlando los préstamos activos y manteniendo la información de contacto de los usuarios.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Miguel Castañeda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F4A"/>
                </a:solidFill>
              </a:rPr>
              <a:t>03  ·  Objetivos Específicos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4A"/>
                </a:solidFill>
              </a:rPr>
              <a:t>Base de datos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52704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Crear una base de datos para gestionar usuarios, reservas y recursos de la biblioteca.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051560"/>
            <a:ext cx="502920" cy="502920"/>
          </a:xfrm>
          <a:prstGeom prst="ellipse">
            <a:avLst/>
          </a:prstGeom>
          <a:solidFill>
            <a:srgbClr val="E0F2F0"/>
          </a:solidFill>
          <a:ln w="12700">
            <a:solidFill>
              <a:srgbClr val="E0F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51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669280" y="1097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4A"/>
                </a:solidFill>
              </a:rPr>
              <a:t>Interfaz intuitiva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152704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Diseñar una interfaz clara y fácil de usar para los diferentes tipos de usuarios del sistema.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56048" y="1051560"/>
            <a:ext cx="502920" cy="502920"/>
          </a:xfrm>
          <a:prstGeom prst="ellipse">
            <a:avLst/>
          </a:prstGeom>
          <a:solidFill>
            <a:srgbClr val="E0F2F0"/>
          </a:solidFill>
          <a:ln w="12700">
            <a:solidFill>
              <a:srgbClr val="E0F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2608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28016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4A"/>
                </a:solidFill>
              </a:rPr>
              <a:t>Autenticación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349300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Implementar un sistema de inicio de sesión seguro con control de accesos por roles.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017520"/>
            <a:ext cx="502920" cy="502920"/>
          </a:xfrm>
          <a:prstGeom prst="ellipse">
            <a:avLst/>
          </a:prstGeom>
          <a:solidFill>
            <a:srgbClr val="E0F2F0"/>
          </a:solidFill>
          <a:ln w="12700">
            <a:solidFill>
              <a:srgbClr val="E0F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017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669280" y="3063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4A"/>
                </a:solidFill>
              </a:rPr>
              <a:t>Reportes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0" y="349300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Generar reportes básicos sobre el estado del inventario y el uso de los libros.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56048" y="3017520"/>
            <a:ext cx="502920" cy="502920"/>
          </a:xfrm>
          <a:prstGeom prst="ellipse">
            <a:avLst/>
          </a:prstGeom>
          <a:solidFill>
            <a:srgbClr val="E0F2F0"/>
          </a:solidFill>
          <a:ln w="12700">
            <a:solidFill>
              <a:srgbClr val="E0F2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Paulina Garzón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F4A"/>
                </a:solidFill>
              </a:rPr>
              <a:t>04  ·  Alcance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937760" cy="292608"/>
          </a:xfrm>
          <a:prstGeom prst="rect">
            <a:avLst/>
          </a:prstGeom>
          <a:solidFill>
            <a:srgbClr val="D1FAF6"/>
          </a:solidFill>
          <a:ln w="12700">
            <a:solidFill>
              <a:srgbClr val="D1FA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✅  INCLUIDO EN EL SISTEMA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937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435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Registro, edición y eliminación de usuarios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4937760" cy="38404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824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Sistema de inicio de sesión y control de acceso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4937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21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Registro y consulta de libros (título, autor, inventario)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4937760" cy="38404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Registro de préstamos y devoluciones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4937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992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Control de fechas y disponibilidad de libros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937760" cy="38404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381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Historial de préstamos por usuario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577840" y="868680"/>
            <a:ext cx="320040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868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❌  FUERA DE ALCANCE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188720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24358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Gestión de pagos o multas económicas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577840" y="1627632"/>
            <a:ext cx="3200400" cy="384048"/>
          </a:xfrm>
          <a:prstGeom prst="rect">
            <a:avLst/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68249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Aplicaciones móviles nativas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77840" y="2066544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12140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Integración con servicios externos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77840" y="2505456"/>
            <a:ext cx="3200400" cy="384048"/>
          </a:xfrm>
          <a:prstGeom prst="rect">
            <a:avLst/>
          </a:prstGeom>
          <a:solidFill>
            <a:srgbClr val="FFF8F8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• Sistema de reservas anticipadas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Paulina Garzón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  ·  Equipo de Trabajo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1828800"/>
          </a:xfrm>
          <a:prstGeom prst="rect">
            <a:avLst/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Jerónimo Salinas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Líder + 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Coordinar, planificar, comunicar avances y validar entregables. Lógica, BD y API.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651760" cy="1828800"/>
          </a:xfrm>
          <a:prstGeom prst="rect">
            <a:avLst/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1536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Miguel Castañeda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9019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Analista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Recopilar requerimientos y elaborar documentación técnica.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1536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Hartur Parra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9019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Analista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176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Documentación precisa de los procesos de la biblioteca.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2651760" cy="1828800"/>
          </a:xfrm>
          <a:prstGeom prst="rect">
            <a:avLst/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7180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3593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Paulina Garzón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9593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Frontend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336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Desarrollo de interfaces y maquetas visuales del sistema.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2971800"/>
            <a:ext cx="2651760" cy="1828800"/>
          </a:xfrm>
          <a:prstGeom prst="rect">
            <a:avLst/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97180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337560" y="3593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Gabriel Labrador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39593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Frontend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42336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Desarrollo de la parte visual y componentes del sistema.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971800"/>
            <a:ext cx="2651760" cy="1828800"/>
          </a:xfrm>
          <a:prstGeom prst="rect">
            <a:avLst/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97180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063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17920" y="35935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Cristian Román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39593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Backend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42336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B8"/>
                </a:solidFill>
              </a:rPr>
              <a:t>Programación de lógica, API y gestión de base de datos.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Gabriel Labrador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F4A"/>
                </a:solidFill>
              </a:rPr>
              <a:t>06  ·  Interesados (Stakeholders)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737360" cy="30175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Nombre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868680"/>
            <a:ext cx="1463040" cy="30175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86868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868680"/>
            <a:ext cx="5212080" cy="301752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868680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Interés en el Proyecto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197864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197864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197864"/>
            <a:ext cx="5212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261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</a:rPr>
              <a:t>Director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128016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280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Jefe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21608" y="12618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Mejor administración, control del inventario y reportes del uso de libros.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1636776"/>
            <a:ext cx="173736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1636776"/>
            <a:ext cx="146304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1636776"/>
            <a:ext cx="521208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17007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</a:rPr>
              <a:t>Bibliotecario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40280" y="171907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719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Usuario principal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21608" y="17007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Sistema fácil para registrar préstamos, devoluciones y controlar disponibilidad.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07568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2075688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2075688"/>
            <a:ext cx="5212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21396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</a:rPr>
              <a:t>Secretario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40280" y="2157984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2157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Usuario operativo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21608" y="21396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Agilidad en el registro de usuarios y libros, reducción de errores manuales.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2514600"/>
            <a:ext cx="173736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48840" y="2514600"/>
            <a:ext cx="146304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2514600"/>
            <a:ext cx="521208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2578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</a:rPr>
              <a:t>Docentes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40280" y="2596896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0280" y="25968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Cliente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21608" y="25786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Consultar disponibilidad de libros y hacer préstamos de forma rápida.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2953512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8840" y="2953512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2953512"/>
            <a:ext cx="5212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</a:rPr>
              <a:t>Estudiantes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40280" y="3035808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0280" y="3035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Cliente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721608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Consultar libros disponibles y hacer préstamos fácilmente sin retrasos.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3392424"/>
            <a:ext cx="173736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48840" y="3392424"/>
            <a:ext cx="146304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0" y="3392424"/>
            <a:ext cx="5212080" cy="41148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</a:rPr>
              <a:t>Equipo desarrollo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40280" y="347472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40280" y="3474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Técnico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721608" y="3456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Cumplir requerimientos y desarrollar una solución funcional y estructurada.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3831336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48840" y="3831336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0" y="3831336"/>
            <a:ext cx="5212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38953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4A"/>
                </a:solidFill>
              </a:rPr>
              <a:t>Soporte técnico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240280" y="391363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40280" y="3913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Soporte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721608" y="38953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Sistema estable, seguro y fácil de mantener.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Cristian Román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F4A"/>
                </a:solidFill>
              </a:rPr>
              <a:t>07  ·  Cronograma del Proyecto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</a:rPr>
              <a:t>Análisis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133856"/>
            <a:ext cx="4572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133856"/>
            <a:ext cx="152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1097280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09728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sem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11338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21/04/2026 → 26/04/2026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43560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Recopilación de requerimientos y documentación inicial del proyecto.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039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</a:rPr>
              <a:t>Diseño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94560" y="2093976"/>
            <a:ext cx="4572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093976"/>
            <a:ext cx="304800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057400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05740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sem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20939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27/04/2026 → 10/05/2026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239572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Prototipos de interfaz, mockups y arquitectura de base de datos.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9992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</a:rPr>
              <a:t>Desarrollo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94560" y="3054096"/>
            <a:ext cx="4572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3054096"/>
            <a:ext cx="457200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3017520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0175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 sem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30540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11/05/2026 → 31/05/2026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335584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Implementación de módulos: login, préstamos, devoluciones y reportes.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395935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4A"/>
                </a:solidFill>
              </a:rPr>
              <a:t>Pruebas y Cierre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94560" y="4014216"/>
            <a:ext cx="45720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4014216"/>
            <a:ext cx="304800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3977640"/>
            <a:ext cx="804672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97764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sem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0142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01/06/2026 → 14/06/2026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94560" y="431596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Pruebas funcionales, correcciones, manuales y entrega final.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solidFill>
            <a:srgbClr val="E0F2F0"/>
          </a:solidFill>
          <a:ln w="12700">
            <a:solidFill>
              <a:srgbClr val="E0F2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Duración total: 10 semanas  ·  25 horas  ·  Inicio: 21 Abril 2026  ·  Cierre: 14 Junio 2026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Cristian Román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F4A"/>
                </a:solidFill>
              </a:rPr>
              <a:t>08  ·  Entregables Principales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4A"/>
                </a:solidFill>
              </a:rPr>
              <a:t>Documento de Requerimientos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380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Recopilación detallada de necesidades del sistema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01368"/>
            <a:ext cx="54864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38528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8928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4A"/>
                </a:solidFill>
              </a:rPr>
              <a:t>Prototipo de Interfaz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221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Mockups navegables del sistema web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64261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42616"/>
            <a:ext cx="54864" cy="731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79776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7340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4A"/>
                </a:solidFill>
              </a:rPr>
              <a:t>Sistema Web Funcional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063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Módulos de login, préstamos y reportes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48386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83864"/>
            <a:ext cx="54864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21024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5753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4A"/>
                </a:solidFill>
              </a:rPr>
              <a:t>Manuales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9044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Manual de usuario y manual técnico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3251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325112"/>
            <a:ext cx="54864" cy="7315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462272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4165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4A"/>
                </a:solidFill>
              </a:rPr>
              <a:t>Documentación Final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7457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Todos los documentos y evidencias del proceso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4892040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4892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Hartur Parra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F4A"/>
                </a:solidFill>
              </a:rPr>
              <a:t>09  ·  Riesgos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291840" cy="2743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Riesgo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03320" y="868680"/>
            <a:ext cx="1051560" cy="2743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868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Probabilidad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1005840" cy="2743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68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Impacto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06440" y="868680"/>
            <a:ext cx="2834640" cy="2743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868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 de Mitigación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170432"/>
            <a:ext cx="3291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170432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70432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170432"/>
            <a:ext cx="2834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Falta de capacitación de usuarios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03320" y="124358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2435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Alta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70448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Capacitaciones y guías de uso del sistema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600200"/>
            <a:ext cx="32918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1600200"/>
            <a:ext cx="105156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600200"/>
            <a:ext cx="10058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1600200"/>
            <a:ext cx="28346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Fallas técnicas del servidor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03320" y="16733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Baja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16733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Alta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70448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Copias de seguridad periódicas (Backups)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029968"/>
            <a:ext cx="3291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03320" y="2029968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029968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6440" y="2029968"/>
            <a:ext cx="2834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2093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Accesos no autorizados / seguridad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03320" y="21031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21031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Alta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70448" y="2093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Autenticación segura y control de roles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459736"/>
            <a:ext cx="32918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03320" y="2459736"/>
            <a:ext cx="105156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2459736"/>
            <a:ext cx="10058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06440" y="2459736"/>
            <a:ext cx="28346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25237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Errores en préstamos y devoluciones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03320" y="253288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2532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870448" y="2523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Validación de datos y mensajes de confirmación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2889504"/>
            <a:ext cx="3291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03320" y="2889504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2889504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06440" y="2889504"/>
            <a:ext cx="2834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" y="2953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Caída del sistema en alta demanda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703320" y="296265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Baja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00600" y="29626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870448" y="2953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Optimizar el sistema y monitorear rendimiento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319272"/>
            <a:ext cx="32918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3319272"/>
            <a:ext cx="105156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00600" y="3319272"/>
            <a:ext cx="10058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6440" y="3319272"/>
            <a:ext cx="2834640" cy="39319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Datos desactualizados en el catálogo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703320" y="33924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800600" y="33924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870448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Revisiones periódicas del inventario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3749040"/>
            <a:ext cx="3291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03320" y="3749040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749040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06440" y="3749040"/>
            <a:ext cx="2834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" y="3813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Dependencia de conexión a internet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703320" y="38221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800600" y="3822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Media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870448" y="3813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Funcionalidades básicas offline o red local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E3DE"/>
                </a:solidFill>
              </a:rPr>
              <a:t>Un sistema que transforma la gestión de la biblioteca.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508760" cy="329184"/>
          </a:xfrm>
          <a:prstGeom prst="roundRect">
            <a:avLst>
              <a:gd name="adj" fmla="val 25000"/>
            </a:avLst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E3DE"/>
                </a:solidFill>
              </a:rPr>
              <a:t>Gestión de libros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2423160"/>
            <a:ext cx="1508760" cy="329184"/>
          </a:xfrm>
          <a:prstGeom prst="roundRect">
            <a:avLst>
              <a:gd name="adj" fmla="val 25000"/>
            </a:avLst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4231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E3DE"/>
                </a:solidFill>
              </a:rPr>
              <a:t>Control de préstamos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2423160"/>
            <a:ext cx="1508760" cy="329184"/>
          </a:xfrm>
          <a:prstGeom prst="roundRect">
            <a:avLst>
              <a:gd name="adj" fmla="val 25000"/>
            </a:avLst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4231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E3DE"/>
                </a:solidFill>
              </a:rPr>
              <a:t>Usuarios y roles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2423160"/>
            <a:ext cx="1508760" cy="329184"/>
          </a:xfrm>
          <a:prstGeom prst="roundRect">
            <a:avLst>
              <a:gd name="adj" fmla="val 25000"/>
            </a:avLst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4231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E3DE"/>
                </a:solidFill>
              </a:rPr>
              <a:t>Reportes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423160"/>
            <a:ext cx="1508760" cy="329184"/>
          </a:xfrm>
          <a:prstGeom prst="roundRect">
            <a:avLst>
              <a:gd name="adj" fmla="val 25000"/>
            </a:avLst>
          </a:prstGeom>
          <a:solidFill>
            <a:srgbClr val="16243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4231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E3DE"/>
                </a:solidFill>
              </a:rPr>
              <a:t>Seguridad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¡Gracias por su atención!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Preguntas y retroalimentación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0"/>
                </a:solidFill>
              </a:rPr>
              <a:t>Jerónimo · Miguel · Paulina · Gabriel · Cristian · Hartur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2026-05-25T19:48:18Z</dcterms:created>
  <dcterms:modified xsi:type="dcterms:W3CDTF">2026-05-25T19:48:18Z</dcterms:modified>
</cp:coreProperties>
</file>